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今日はAI×SNS自動化コースの説明会です。最後に質問の時間もあります。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手作業のままだと、忙しい週に止まります。つくる・出す・測るをAIと自動化に任せて、人は選ぶだけにするのがこのコースです。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コースの考え方です。発信でいちばん大事なのは「何を届けたいか」。でも今は、その手前の作業に時間を全部取られています。作業はAIにまかせて、人は届けたいことに集中する。それがこのコースのコンセプ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半年かけて、こんなふうに変わっていきます。最初の2ヶ月で投稿づくりが楽になり、4ヶ月目には手を止めても投稿が続く状態に。半年後には、その仕組みそのものが自分の武器になります。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まず自分で試して、数字が出た方法だけを教えています。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自分のアカウントだけじゃなく、他の会社やお店のアカウントも代行で運用してきました。その現場の手順を、AIで自動にしたのがこのコースです。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審査は2ヶ月ごと。通らなかったら、その2ヶ月の課題をもう一度やります。審査2の「2週間手を止めても出る」が、このコースのいちばんの山場です。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毎日のことは公式LINEでAIがすぐ答えます。それとは別に、月に1回、私に直接相談できる相談会があります。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ツールだけでも始められます。でも、ツールを買っただけで止まってしまう人がほとんどです。スクールは、詰まったところで止まらず、自分専用の仕組みになるまで一緒に進める場所です。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ツールだけの人とスクールの人の差は、半年後にはっきり出ます。止まらずに進めること、自分専用になること、数字が出た手順で学べること、そして人の分もつくれるようになること。この4つがスクールに入る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ここはごまかさずに話します。規約に反する自動化をやらないのは、アカウントを守るためでもあります。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ここから質問タイムです。ライブの説明会は今回が最後なので、聞きたいことは今のうちにどうぞ。参加してくれた方には、あとで10月限定のご案内をメールで送ります。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